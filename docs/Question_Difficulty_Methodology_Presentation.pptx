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2A4A"/>
                </a:solidFill>
                <a:latin typeface="Calibri"/>
              </a:rPr>
              <a:t>How Question Difficulty Is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6F6B"/>
                </a:solidFill>
                <a:latin typeface="Calibri"/>
              </a:rPr>
              <a:t>A schema-based rubric for the 100-question RAG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585"/>
                </a:solidFill>
                <a:latin typeface="Calibri"/>
              </a:rPr>
              <a:t>Tiers: easy  ·  medium  ·  hard  ·  very_hard  ·  extreme
Source: docs/difficulty_methodology.md  ·  Dataset v8.7: data/test_dataset.json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Why difficulty labels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They structure evaluation — they must stay stable when the model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Fair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Break down scores by difficulty tier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See if the system fails on hard hops,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aggregation, or synthesis — not just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overall average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Comparable across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Same labels for Graph, Tabular,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and Textual RAG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Difficulty is about the question,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not about one pipeline's quirks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Scientific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Labels must not drift when we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swap LLMs or rewrite prompts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Difficulty ≠ model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Difficulty = complexity of the real information need on the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What we measure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• How hard it is to answer from the schema + facts — hops, aggregation, reasoning shape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What we do NOT use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• Answer length or topic (sensors vs riders vs events are not harder by default)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• Category tag alone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• Generated Cypher ugliness (model phrasing ≠ question difficulty)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• Whether an LLM succeeded or failed on a given day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→ Labels are assigned by hand against the graph, then calibrated across same-shape siblings.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The three dials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Each question is scored independently on three axes — final tier = ceiling (max) of the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1 · Hop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How many relationship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traversals from the anchor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entity to the answer?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0 → property on known node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1 → one edge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2–3 → chained path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4+ with synthesis →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2 · Aggregation / richness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How much calculation 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distribution is required?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None → single value / list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Flat COUNT of a class → easy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Grouped / mode → medium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Multi-bucket / nested → hard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Cross-dimensional → very_hard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3 · Reasoning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What kind of thinking?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Direct lookup → easy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Uniformity check → medium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Diff / gap (one entity) → hard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Diff / gap (system-wide) → very_hard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Narrative synthesis (4+ relations)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→ extreme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Dial 1 — Hop count (examples)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0 hops — Q2 « Quelle est la race de Dakota ? » → read hasRace on one horse  → easy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1 hop  — Q17 « Quels cavaliers sont associés à Dakota ? » → Horse ←AssociatedWith– Rider  → medium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2 hops — Q31 ranking of Dakota &amp; Emma at Event_SJ_01 → Event → Participation → Horse/Rider  → hard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3+ / narrative — Q35 full analysis of Event_SJ_01 spans many relation types  → extreme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Note: pure schema-path questions (“how are X and Y connected?”) are scored mainly on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Dial 3 (reasoning shape), not by pretending to traverse instance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Dial 2 — Aggregation / richness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Lower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None — list events for Dakota (Q4)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Flat cardinality — “How many riders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in the system?” (Q19) → still easy: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one COUNT over one class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Analytical — mode / MAX / COUNT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anchored to one entity or type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(Q11, Q41) → 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Higher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Compound — every horse placed into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duration buckets (Q8 / Q9) → hard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Cross-dimensional — compare prep vs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pre-competition on frequency,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intensity AND duration (Q33)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→ very_hard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Small fixed summaries ≠ compound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(e.g. four position totals → medium)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Final tier = max(hop, aggregation, reasoning)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Rule of thumb for the five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35607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A5C"/>
                </a:solidFill>
                <a:latin typeface="Calibri"/>
              </a:rPr>
              <a:t>0 hops, no aggregation, direct lookup (incl. flat “how many X?”)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585"/>
                </a:solidFill>
                <a:latin typeface="Calibri"/>
              </a:rPr>
              <a:t>Q2 race of Dakota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58568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7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68296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A5C"/>
                </a:solidFill>
                <a:latin typeface="Calibri"/>
              </a:rPr>
              <a:t>1 hop, or simple aggregation / uniformity over one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4144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585"/>
                </a:solidFill>
                <a:latin typeface="Calibri"/>
              </a:rPr>
              <a:t>Q17 riders of Dakota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91256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5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300984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A5C"/>
                </a:solidFill>
                <a:latin typeface="Calibri"/>
              </a:rPr>
              <a:t>2–3 hops, compound aggregation, or entity-scoped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74136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585"/>
                </a:solidFill>
                <a:latin typeface="Calibri"/>
              </a:rPr>
              <a:t>Q8 prep-session durations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4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very_hard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2336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A5C"/>
                </a:solidFill>
                <a:latin typeface="Calibri"/>
              </a:rPr>
              <a:t>Cross-dimensional compare, or system-wide gap / exception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06824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585"/>
                </a:solidFill>
                <a:latin typeface="Calibri"/>
              </a:rPr>
              <a:t>Q33 phase differences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56631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93792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extreme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166359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A5C"/>
                </a:solidFill>
                <a:latin typeface="Calibri"/>
              </a:rPr>
              <a:t>Full narrative synthesis across 4+ relation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39512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585"/>
                </a:solidFill>
                <a:latin typeface="Calibri"/>
              </a:rPr>
              <a:t>Q35 complete event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Worked example — applying the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Q33: differences between prep and pre-competition (frequency, intensity, duration)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Hop count → multi-entity comparison across phases  → tends high, but not the driver alone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Aggregation → cross-dimensional (3 metrics × 2 phases)  → very_hard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Reasoning → structured comparison, not pure lookup  → very_hard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Final label = max(...) = very_hard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Contrast: Q19 “How many riders?” has aggregation, but only flat cardinality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D4A5C"/>
                </a:solidFill>
                <a:latin typeface="Calibri"/>
              </a:rPr>
              <a:t>→ contributes easy, not medium. Size of the set does not raise the tier by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Calibration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Same real shape ⇒ same label — regardless of topic or category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During the audit, topic-based intuition had mislabeled several questions. Examples of fixes: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• Global MAX / mode: Q16 &amp; Q50 (highest sampling rate) were hard, but same shape as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  Q41 (most common race) and Q45 (rider with most horses) → corrected to medium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• 0-hop property reads: Q29 / Q30 (event category) were medium; same as Q26–Q28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  (date / location) → corrected to easy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• Same fact, two phrasings: Q55 vs Q90 (recovery duration + exceptions) → both medium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D4A5C"/>
                </a:solidFill>
                <a:latin typeface="Calibri"/>
              </a:rPr>
              <a:t>Every correction was checked against at least one same-shape sibling.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Deliberately excluded from the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Generated Cypher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A long or messy query from the LLM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measures model phrasing, not the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question's intrinsic difficulty.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Easy questions can yield ugly Cypher;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hard ones can be answered tersely.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0292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3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Model success /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6634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Whether GPT/Claude got it right that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day is a property of the model run.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Using it would make labels drift every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time the model or prompt changes.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Difficulty must stay fixed for science.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How labels were validated — and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Dual-pass audit against two views of the same canonical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B"/>
                </a:solidFill>
                <a:latin typeface="Calibri"/>
              </a:rP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Pass 1 — Neo4j table exports (JSON)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Pass 2 — RDF serialization of same export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Disagreements resolved by explicit graph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reasoning — not by defaulting to one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Impact (not ceremonial)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D4A5C"/>
                </a:solidFill>
                <a:latin typeface="Calibri"/>
              </a:rPr>
              <a:t>Two-pass audit: 19 difficulty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D4A5C"/>
                </a:solidFill>
                <a:latin typeface="Calibri"/>
              </a:rPr>
              <a:t>labels changed; ground truths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D4A5C"/>
                </a:solidFill>
                <a:latin typeface="Calibri"/>
              </a:rPr>
              <a:t>corrected across both passes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D4A5C"/>
                </a:solidFill>
                <a:latin typeface="Calibri"/>
              </a:rPr>
              <a:t>(e.g. Q34, Q51, Q91)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Examples of content fixes caught by the audit: Q34 (24 of 25 riders, not 25 — contradicted Q22);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Q51 (canon-postérieur calibration offsets swapped). Calibration, not ceremony.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Payoff — labels predict retrieval hardness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Graph retrieval eval (2026-06-24): score falls monotonically Easy → Very-Hard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0.929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585"/>
                </a:solidFill>
                <a:latin typeface="Calibri"/>
              </a:rPr>
              <a:t>n=14*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54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0.849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585"/>
                </a:solidFill>
                <a:latin typeface="Calibri"/>
              </a:rPr>
              <a:t>n=48*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1554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0.802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585"/>
                </a:solidFill>
                <a:latin typeface="Calibri"/>
              </a:rPr>
              <a:t>n=29*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554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very_hard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  <a:latin typeface="Calibri"/>
              </a:rPr>
              <a:t>0.438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585"/>
                </a:solidFill>
                <a:latin typeface="Calibri"/>
              </a:rPr>
              <a:t>n=8*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5544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extreme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45C26"/>
                </a:solidFill>
                <a:latin typeface="Calibri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585"/>
                </a:solidFill>
                <a:latin typeface="Calibri"/>
              </a:rPr>
              <a:t>n=1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20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>So what? Performance degrades with our tiers — the labels are meaningful, not decorative.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>Caveat on extreme: n=1 (Q35). The 1.00 score is anecdotal — kept for coverage, not statistics.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>Do not treat extreme as a validated band; the evidentiary claim is Easy → Very-Hard.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>*Counts reflect the label distribution at that retrieval run (pre–v8.7 recalibration).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D4A5C"/>
                </a:solidFill>
                <a:latin typeface="Calibri"/>
              </a:rPr>
              <a:t>Source: evaluation_results/graph_rag/retrieval_eval_20260624_030926.json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Calibri"/>
              </a:rPr>
              <a:t>Benchmark distribution (v8.7)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B7585"/>
                </a:solidFill>
                <a:latin typeface="Calibri"/>
              </a:rPr>
              <a:t>data/test_dataset.json — 100 questions after audit recalibration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63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1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Calibri"/>
              </a:rPr>
              <a:t>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463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87451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Calibri"/>
              </a:rPr>
              <a:t>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463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very_hard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7451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716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63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6B"/>
                </a:solidFill>
                <a:latin typeface="Calibri"/>
              </a:rPr>
              <a:t>extreme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87451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7889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Extreme remains n=1 — present for coverage of narrative synthesis; not a statistical band.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Takeaways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1. Difficulty is intrinsic to the question’s graph information need — not to model behavior.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2. Three dials (hops, aggregation, reasoning); final label = ceiling.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3D4A5C"/>
                </a:solidFill>
                <a:latin typeface="Calibri"/>
              </a:rPr>
              <a:t>3. Same shape → same tier; dual-pass audit changed 19 labels; retrieval falls Easy→Very-Hard.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585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85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